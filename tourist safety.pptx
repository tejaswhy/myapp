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4A974EB-FEEA-47C1-945C-9DD9EB5552BC}">
          <p14:sldIdLst>
            <p14:sldId id="291"/>
            <p14:sldId id="281"/>
            <p14:sldId id="290"/>
            <p14:sldId id="293"/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ana N Rao" userId="2cc1dba51afa2b68" providerId="LiveId" clId="{AA483B7C-1084-4970-89F8-74EED1A0DD3B}"/>
    <pc:docChg chg="modSld">
      <pc:chgData name="Meghana N Rao" userId="2cc1dba51afa2b68" providerId="LiveId" clId="{AA483B7C-1084-4970-89F8-74EED1A0DD3B}" dt="2025-09-26T16:48:34.918" v="9" actId="113"/>
      <pc:docMkLst>
        <pc:docMk/>
      </pc:docMkLst>
      <pc:sldChg chg="modSp mod">
        <pc:chgData name="Meghana N Rao" userId="2cc1dba51afa2b68" providerId="LiveId" clId="{AA483B7C-1084-4970-89F8-74EED1A0DD3B}" dt="2025-09-26T16:48:34.918" v="9" actId="113"/>
        <pc:sldMkLst>
          <pc:docMk/>
          <pc:sldMk cId="0" sldId="290"/>
        </pc:sldMkLst>
        <pc:spChg chg="mod">
          <ac:chgData name="Meghana N Rao" userId="2cc1dba51afa2b68" providerId="LiveId" clId="{AA483B7C-1084-4970-89F8-74EED1A0DD3B}" dt="2025-09-26T16:48:34.918" v="9" actId="113"/>
          <ac:spMkLst>
            <pc:docMk/>
            <pc:sldMk cId="0" sldId="290"/>
            <ac:spMk id="17410" creationId="{00000000-0000-0000-0000-000000000000}"/>
          </ac:spMkLst>
        </pc:spChg>
      </pc:sldChg>
      <pc:sldChg chg="modSp mod">
        <pc:chgData name="Meghana N Rao" userId="2cc1dba51afa2b68" providerId="LiveId" clId="{AA483B7C-1084-4970-89F8-74EED1A0DD3B}" dt="2025-09-26T16:26:03.031" v="0" actId="14100"/>
        <pc:sldMkLst>
          <pc:docMk/>
          <pc:sldMk cId="2997144140" sldId="294"/>
        </pc:sldMkLst>
        <pc:picChg chg="mod">
          <ac:chgData name="Meghana N Rao" userId="2cc1dba51afa2b68" providerId="LiveId" clId="{AA483B7C-1084-4970-89F8-74EED1A0DD3B}" dt="2025-09-26T16:26:03.031" v="0" actId="14100"/>
          <ac:picMkLst>
            <pc:docMk/>
            <pc:sldMk cId="2997144140" sldId="294"/>
            <ac:picMk id="2" creationId="{5801DEB9-F244-AF49-D07A-06AF1C794C6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E85245-E60D-4A32-A4BE-618BD164FBBB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8E5BCCF-D7EE-48D9-AD0D-190D990EAF0C}" type="pres">
      <dgm:prSet presAssocID="{3AE85245-E60D-4A32-A4BE-618BD164FBBB}" presName="theList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8CC2818D-038E-4F56-94CB-CDC37D15A283}" type="presOf" srcId="{3AE85245-E60D-4A32-A4BE-618BD164FBBB}" destId="{88E5BCCF-D7EE-48D9-AD0D-190D990EAF0C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732954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 descr="REDUCE THE CELL SPACING&#10;"/>
          <p:cNvSpPr txBox="1"/>
          <p:nvPr/>
        </p:nvSpPr>
        <p:spPr>
          <a:xfrm>
            <a:off x="557725" y="1288554"/>
            <a:ext cx="5924551" cy="5434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400" dirty="0">
                <a:latin typeface="Abadi" panose="020B0604020104020204" pitchFamily="34" charset="0"/>
              </a:rPr>
              <a:t>SIH25002</a:t>
            </a:r>
            <a:endParaRPr lang="en-US" sz="2400" b="1" dirty="0">
              <a:latin typeface="Abadi" panose="020B0604020104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400" b="1" dirty="0">
                <a:latin typeface="Abadi" panose="020B0604020104020204" pitchFamily="34" charset="0"/>
                <a:cs typeface="Arial" panose="020B0604020202020204" pitchFamily="34" charset="0"/>
              </a:rPr>
              <a:t>Title - </a:t>
            </a:r>
            <a:r>
              <a:rPr lang="en-US" sz="2400" dirty="0">
                <a:latin typeface="Abadi" panose="020B0604020104020204" pitchFamily="34" charset="0"/>
              </a:rPr>
              <a:t>Smart Tourist Safety Monitoring &amp; Incident Response System using Al, Geo-Fencing, and Blockchain-based Digital ID</a:t>
            </a:r>
            <a:endParaRPr lang="en-US" sz="2400" b="1" dirty="0">
              <a:latin typeface="Abadi" panose="020B0604020104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>
                <a:latin typeface="Abadi" panose="020B0604020104020204" pitchFamily="34" charset="0"/>
              </a:rPr>
              <a:t>Travel &amp; Tourism</a:t>
            </a:r>
            <a:endParaRPr lang="en-US" sz="2400" b="1" dirty="0">
              <a:latin typeface="Abadi" panose="020B0604020104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badi" panose="020B0604020104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Name: </a:t>
            </a:r>
            <a:r>
              <a:rPr lang="en-US" sz="2400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Coffee &amp; Code</a:t>
            </a:r>
            <a:endParaRPr lang="en-IN" sz="2400" dirty="0">
              <a:latin typeface="Abadi" panose="020B0604020104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logo with a plane and footprints&#10;&#10;AI-generated content may be incorrect.">
            <a:extLst>
              <a:ext uri="{FF2B5EF4-FFF2-40B4-BE49-F238E27FC236}">
                <a16:creationId xmlns:a16="http://schemas.microsoft.com/office/drawing/2014/main" id="{3183876A-7828-5B57-8F96-939F3E4006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823" t="22596" r="22297" b="23111"/>
          <a:stretch>
            <a:fillRect/>
          </a:stretch>
        </p:blipFill>
        <p:spPr>
          <a:xfrm>
            <a:off x="136243" y="133347"/>
            <a:ext cx="1405616" cy="14163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511276"/>
            <a:ext cx="10972800" cy="1403308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SafeGo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22787" y="892032"/>
            <a:ext cx="112874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2830" y="56655"/>
            <a:ext cx="169496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Coffee &amp; Code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45AA24-ECF7-F52F-6932-279896BF2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36" y="1452486"/>
            <a:ext cx="8200104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Smart Mobile Application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ensuring tourist safety and seamless travel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AI-powered alerts &amp; Geo-fencing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to notify users of risks in selected areas.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Blockchain-based Digital ID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for secure tourist authentication and incident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Chatbot Assistance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with real-time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language translation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and periodic well-being checks.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Integrated Transport Guidance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with translation support for hassle-free travel.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Cultural &amp; Heritage Insights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– access to festivals, heritage sites, and local attractions.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24/7 Tourist Support System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for safety, communication, and convenience.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5099DCE-6144-C91F-2381-7E881CB3DC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903004"/>
              </p:ext>
            </p:extLst>
          </p:nvPr>
        </p:nvGraphicFramePr>
        <p:xfrm>
          <a:off x="2683950" y="29642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B5F76D67-79D3-E510-202F-54F83D78CBF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979" r="5914" b="9305"/>
          <a:stretch>
            <a:fillRect/>
          </a:stretch>
        </p:blipFill>
        <p:spPr>
          <a:xfrm>
            <a:off x="8437675" y="1087164"/>
            <a:ext cx="3589064" cy="5230364"/>
          </a:xfrm>
          <a:prstGeom prst="rect">
            <a:avLst/>
          </a:prstGeom>
          <a:effectLst>
            <a:softEdge rad="762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4690" y="960084"/>
            <a:ext cx="9067077" cy="5832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300" b="1" dirty="0"/>
              <a:t>Technologies Used:</a:t>
            </a:r>
            <a:endParaRPr lang="en-IN" sz="2300" dirty="0"/>
          </a:p>
          <a:p>
            <a:r>
              <a:rPr lang="en-IN" sz="2300" b="1" dirty="0"/>
              <a:t>Frontend / Mobile App:</a:t>
            </a:r>
            <a:r>
              <a:rPr lang="en-IN" sz="2300" dirty="0"/>
              <a:t> </a:t>
            </a:r>
            <a:r>
              <a:rPr lang="en-IN" sz="2300" b="1" dirty="0"/>
              <a:t>Java</a:t>
            </a:r>
            <a:r>
              <a:rPr lang="en-IN" sz="2300" dirty="0"/>
              <a:t> (cross-platform Android/iOS UI)</a:t>
            </a:r>
          </a:p>
          <a:p>
            <a:r>
              <a:rPr lang="en-IN" sz="2300" b="1" dirty="0"/>
              <a:t>Backend &amp; Database:</a:t>
            </a:r>
            <a:r>
              <a:rPr lang="en-IN" sz="2300" dirty="0"/>
              <a:t> </a:t>
            </a:r>
            <a:r>
              <a:rPr lang="en-IN" sz="2300" b="1" dirty="0"/>
              <a:t>Firebase</a:t>
            </a:r>
            <a:r>
              <a:rPr lang="en-IN" sz="2300" dirty="0"/>
              <a:t> (Authentication, </a:t>
            </a:r>
            <a:r>
              <a:rPr lang="en-IN" sz="2300" dirty="0" err="1"/>
              <a:t>Firestore</a:t>
            </a:r>
            <a:r>
              <a:rPr lang="en-IN" sz="2300" dirty="0"/>
              <a:t> for real-time data)</a:t>
            </a:r>
          </a:p>
          <a:p>
            <a:r>
              <a:rPr lang="en-IN" sz="2300" b="1" dirty="0"/>
              <a:t>AI / ML:</a:t>
            </a:r>
            <a:r>
              <a:rPr lang="en-IN" sz="2300" dirty="0"/>
              <a:t> </a:t>
            </a:r>
            <a:r>
              <a:rPr lang="en-IN" sz="2300" b="1" dirty="0"/>
              <a:t>TensorFlow Lite / </a:t>
            </a:r>
            <a:r>
              <a:rPr lang="en-IN" sz="2300" b="1" dirty="0" err="1"/>
              <a:t>Dialogflow</a:t>
            </a:r>
            <a:r>
              <a:rPr lang="en-IN" sz="2300" dirty="0"/>
              <a:t> (chatbot, language translation, incident detection)</a:t>
            </a:r>
          </a:p>
          <a:p>
            <a:r>
              <a:rPr lang="en-IN" sz="2300" b="1" dirty="0"/>
              <a:t>Geo-Fencing &amp; Maps:</a:t>
            </a:r>
            <a:r>
              <a:rPr lang="en-IN" sz="2300" dirty="0"/>
              <a:t> </a:t>
            </a:r>
            <a:r>
              <a:rPr lang="en-IN" sz="2300" b="1" dirty="0"/>
              <a:t>Google Maps API</a:t>
            </a:r>
            <a:endParaRPr lang="en-IN" sz="2300" dirty="0"/>
          </a:p>
          <a:p>
            <a:r>
              <a:rPr lang="en-IN" sz="2300" b="1" dirty="0"/>
              <a:t>Blockchain:</a:t>
            </a:r>
            <a:r>
              <a:rPr lang="en-IN" sz="2300" dirty="0"/>
              <a:t> </a:t>
            </a:r>
            <a:r>
              <a:rPr lang="en-IN" sz="2300" b="1" dirty="0"/>
              <a:t>Ethereum / Hyperledger</a:t>
            </a:r>
            <a:r>
              <a:rPr lang="en-IN" sz="2300" dirty="0"/>
              <a:t> (digital ID &amp; secure transactions)</a:t>
            </a:r>
          </a:p>
          <a:p>
            <a:r>
              <a:rPr lang="en-IN" sz="2300" b="1" dirty="0"/>
              <a:t>Implementation Workflow:</a:t>
            </a:r>
            <a:endParaRPr lang="en-IN" sz="2300" dirty="0"/>
          </a:p>
          <a:p>
            <a:r>
              <a:rPr lang="en-IN" sz="2300" b="1" dirty="0"/>
              <a:t>User Login</a:t>
            </a:r>
            <a:r>
              <a:rPr lang="en-IN" sz="2300" dirty="0"/>
              <a:t> – Secure authentication via Blockchain Digital ID</a:t>
            </a:r>
          </a:p>
          <a:p>
            <a:r>
              <a:rPr lang="en-IN" sz="2300" b="1" dirty="0"/>
              <a:t>Destination Selection &amp; Geo-Fencing</a:t>
            </a:r>
            <a:r>
              <a:rPr lang="en-IN" sz="2300" dirty="0"/>
              <a:t> – AI monitors location &amp; sends alerts</a:t>
            </a:r>
          </a:p>
          <a:p>
            <a:r>
              <a:rPr lang="en-IN" sz="2300" b="1" dirty="0"/>
              <a:t>Information Access</a:t>
            </a:r>
            <a:r>
              <a:rPr lang="en-IN" sz="2300" dirty="0"/>
              <a:t> – Heritage, festivals, art, local attractions</a:t>
            </a:r>
          </a:p>
          <a:p>
            <a:r>
              <a:rPr lang="en-IN" sz="2300" b="1" dirty="0"/>
              <a:t>AI Chatbot</a:t>
            </a:r>
            <a:r>
              <a:rPr lang="en-IN" sz="2300" dirty="0"/>
              <a:t> – Language translation, wellness checks, local time</a:t>
            </a:r>
          </a:p>
          <a:p>
            <a:r>
              <a:rPr lang="en-IN" sz="2300" b="1" dirty="0"/>
              <a:t>Transportation &amp; Weather</a:t>
            </a:r>
            <a:r>
              <a:rPr lang="en-IN" sz="2300" dirty="0"/>
              <a:t> – Routes, local transport, weather info</a:t>
            </a:r>
          </a:p>
          <a:p>
            <a:r>
              <a:rPr lang="en-IN" sz="2300" b="1" dirty="0"/>
              <a:t>Emergency Alerts</a:t>
            </a:r>
            <a:r>
              <a:rPr lang="en-IN" sz="2300" dirty="0"/>
              <a:t> – Quick incident reporting</a:t>
            </a:r>
          </a:p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97424"/>
            <a:ext cx="1607182" cy="7176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Coffee &amp; Code</a:t>
            </a:r>
          </a:p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E07E9A4-0D27-9784-B6AE-2B969B9AACB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b="6799"/>
          <a:stretch>
            <a:fillRect/>
          </a:stretch>
        </p:blipFill>
        <p:spPr>
          <a:xfrm>
            <a:off x="8944996" y="1390601"/>
            <a:ext cx="3247003" cy="3221591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dist="50800" dir="5400000" sx="1000" sy="1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  <a:softEdge rad="1524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3126"/>
            <a:ext cx="12191999" cy="36487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31309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1514" y="768482"/>
            <a:ext cx="12050485" cy="572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200" b="1" dirty="0"/>
              <a:t>Feasibility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Technical Feasibility:</a:t>
            </a:r>
            <a:r>
              <a:rPr lang="en-US" sz="2000" dirty="0"/>
              <a:t> All technologies (AI, Geo-Fencing, Blockchain, Mobile App) are mature and integrable.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Operational Feasibility:</a:t>
            </a:r>
            <a:r>
              <a:rPr lang="en-US" sz="2000" dirty="0"/>
              <a:t> Users can easily access the app via smartphones; cloud-based backend ensures scalability.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Economic Feasibility:</a:t>
            </a:r>
            <a:r>
              <a:rPr lang="en-US" sz="2000" dirty="0"/>
              <a:t> Cost-effective using open-source tools (Flutter, Firebase, Google Maps API) and cloud services.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Social Feasibility:</a:t>
            </a:r>
            <a:r>
              <a:rPr lang="en-US" sz="2000" dirty="0"/>
              <a:t> Promotes tourist safety, cultural awareness, and convenience, increasing adoption potential.</a:t>
            </a:r>
          </a:p>
          <a:p>
            <a:r>
              <a:rPr lang="en-US" sz="2200" b="1" dirty="0"/>
              <a:t>Potential Challenges &amp; Risks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Connectivity Issues:</a:t>
            </a:r>
            <a:r>
              <a:rPr lang="en-US" sz="2000" dirty="0"/>
              <a:t> Real-time alerts and map tracking require stable internet/GPS.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Data Privacy &amp; Security:</a:t>
            </a:r>
            <a:r>
              <a:rPr lang="en-US" sz="2000" dirty="0"/>
              <a:t> Storing location and personal info requires strong security measures.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User Adoption:</a:t>
            </a:r>
            <a:r>
              <a:rPr lang="en-US" sz="2000" dirty="0"/>
              <a:t> Tourists may be hesitant to use a new app in unfamiliar regions.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Accuracy of AI Alerts:</a:t>
            </a:r>
            <a:r>
              <a:rPr lang="en-US" sz="2000" dirty="0"/>
              <a:t> False positives or missed incidents could reduce trust.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Integration Complexity:</a:t>
            </a:r>
            <a:r>
              <a:rPr lang="en-US" sz="2000" dirty="0"/>
              <a:t> Coordinating maps, AI, blockchain, and transport info seamlessly.</a:t>
            </a:r>
          </a:p>
          <a:p>
            <a:r>
              <a:rPr lang="en-US" sz="2200" b="1" dirty="0"/>
              <a:t>Strategies to Overcome 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Offline Mode &amp; Caching:</a:t>
            </a:r>
            <a:r>
              <a:rPr lang="en-US" sz="2000" dirty="0"/>
              <a:t> Allow partial app functionality even without internet.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Blockchain &amp; Encryption:</a:t>
            </a:r>
            <a:r>
              <a:rPr lang="en-US" sz="2000" dirty="0"/>
              <a:t> Ensure secure digital ID and encrypted user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User-Friendly Design:</a:t>
            </a:r>
            <a:r>
              <a:rPr lang="en-US" sz="2000" dirty="0"/>
              <a:t> Simple UI/UX and multilingual support to encourage adoption.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AI Model Training &amp; Testing:</a:t>
            </a:r>
            <a:r>
              <a:rPr lang="en-US" sz="2000" dirty="0"/>
              <a:t> Continuous improvement using historical data for accurate alerts..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57097"/>
            <a:ext cx="1441480" cy="62132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Coffee &amp; Code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-1" y="864431"/>
            <a:ext cx="9075175" cy="6032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Potential Impact on Target Audience</a:t>
            </a:r>
          </a:p>
          <a:p>
            <a:r>
              <a:rPr lang="en-US" sz="2200" b="1" dirty="0"/>
              <a:t>Enhanced Safety:</a:t>
            </a:r>
            <a:r>
              <a:rPr lang="en-US" sz="2200" dirty="0"/>
              <a:t> Real-time alerts reduce risks for tourists in unfamiliar areas.</a:t>
            </a:r>
          </a:p>
          <a:p>
            <a:r>
              <a:rPr lang="en-US" sz="2200" b="1" dirty="0"/>
              <a:t>Improved Experience:</a:t>
            </a:r>
            <a:r>
              <a:rPr lang="en-US" sz="2200" dirty="0"/>
              <a:t> Easy access to heritage, festivals, and transport info enhances travel convenience.</a:t>
            </a:r>
          </a:p>
          <a:p>
            <a:r>
              <a:rPr lang="en-US" sz="2200" b="1" dirty="0"/>
              <a:t>Cultural Awareness:</a:t>
            </a:r>
            <a:r>
              <a:rPr lang="en-US" sz="2200" dirty="0"/>
              <a:t> Promotes knowledge of local traditions, sites, and events.</a:t>
            </a:r>
          </a:p>
          <a:p>
            <a:r>
              <a:rPr lang="en-US" sz="2200" b="1" dirty="0"/>
              <a:t>Empowerment:</a:t>
            </a:r>
            <a:r>
              <a:rPr lang="en-US" sz="2200" dirty="0"/>
              <a:t> Language translation and AI assistance make travel stress-free</a:t>
            </a:r>
            <a:r>
              <a:rPr lang="en-US" sz="2400" dirty="0"/>
              <a:t>.</a:t>
            </a:r>
          </a:p>
          <a:p>
            <a:r>
              <a:rPr lang="en-US" sz="2400" b="1" dirty="0"/>
              <a:t>Benefits of the Solution</a:t>
            </a:r>
          </a:p>
          <a:p>
            <a:r>
              <a:rPr lang="en-US" sz="2200" b="1" dirty="0"/>
              <a:t>Social:</a:t>
            </a:r>
            <a:r>
              <a:rPr lang="en-US" sz="2200" dirty="0"/>
              <a:t> Safer tourism, better communication, increased cultural engagement.</a:t>
            </a:r>
          </a:p>
          <a:p>
            <a:r>
              <a:rPr lang="en-US" sz="2200" b="1" dirty="0"/>
              <a:t>Economic:</a:t>
            </a:r>
            <a:r>
              <a:rPr lang="en-US" sz="2200" dirty="0"/>
              <a:t> Encourages tourism growth, supporting local businesses and services.</a:t>
            </a:r>
          </a:p>
          <a:p>
            <a:r>
              <a:rPr lang="en-US" sz="2200" b="1" dirty="0"/>
              <a:t>Technological:</a:t>
            </a:r>
            <a:r>
              <a:rPr lang="en-US" sz="2200" dirty="0"/>
              <a:t> Demonstrates integration of AI, Geo-Fencing, and Blockchain in real-world applications.</a:t>
            </a:r>
          </a:p>
          <a:p>
            <a:r>
              <a:rPr lang="en-US" sz="2200" b="1" dirty="0"/>
              <a:t>Environmental:</a:t>
            </a:r>
            <a:r>
              <a:rPr lang="en-US" sz="2200" dirty="0"/>
              <a:t> Reduces unnecessary travel or exposure to risky areas through smart routing and alerts.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57097"/>
            <a:ext cx="150885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Coffee &amp; Code</a:t>
            </a:r>
          </a:p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01DEB9-F244-AF49-D07A-06AF1C794C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090" t="15972" r="24383" b="7338"/>
          <a:stretch>
            <a:fillRect/>
          </a:stretch>
        </p:blipFill>
        <p:spPr>
          <a:xfrm>
            <a:off x="8737600" y="864431"/>
            <a:ext cx="3410032" cy="5574921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91613" y="1179965"/>
            <a:ext cx="10500852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Smart Health Monitoring System for Tourists in Remote Destinations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Summary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This paper presents a system that integrates geo-fencing, real-time alerts, and cloud storage to ensure tourists' safety and enhance emergency response times. It utilizes GPS, </a:t>
            </a:r>
            <a:r>
              <a:rPr lang="en-US" sz="2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LoRaWAN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-based communication modules, and cloud computing to provide precise location tracking and instant emergency alerts 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Smart Tourist Safety with AI, Geo-Fencing &amp; Blockchain ID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Summary: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This project leverages AI for incident detection, geo-fencing for real-time alerts, and blockchain for secure digital IDs to enhance tourist safety. It integrates these technologies to provide quick help and seamless protection for travelers 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47390"/>
            <a:ext cx="144986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/>
              <a:t>Coffee &amp; Code</a:t>
            </a:r>
            <a:endParaRPr lang="en-IN" b="1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8196</TotalTime>
  <Words>761</Words>
  <Application>Microsoft Office PowerPoint</Application>
  <PresentationFormat>Widescreen</PresentationFormat>
  <Paragraphs>87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Abadi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SafeGo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Meghana N Rao</cp:lastModifiedBy>
  <cp:revision>148</cp:revision>
  <dcterms:created xsi:type="dcterms:W3CDTF">2013-12-12T18:46:50Z</dcterms:created>
  <dcterms:modified xsi:type="dcterms:W3CDTF">2025-09-26T16:48:42Z</dcterms:modified>
  <cp:category/>
</cp:coreProperties>
</file>